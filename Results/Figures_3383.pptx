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5"/>
    <p:restoredTop sz="94721"/>
  </p:normalViewPr>
  <p:slideViewPr>
    <p:cSldViewPr snapToGrid="0">
      <p:cViewPr>
        <p:scale>
          <a:sx n="153" d="100"/>
          <a:sy n="153" d="100"/>
        </p:scale>
        <p:origin x="56" y="-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B6AB-B29F-8991-4E7A-B13A72ABA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578A3-D753-1FC4-AC33-17F5FA81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BB5FE-8622-5B97-7F52-D095A0C5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B7038-C812-94D8-998A-93170C01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A0E0-B515-FE35-9891-FA0D42A2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7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698D-7FCF-6672-45D0-3ABD4F75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B280-061F-F3B5-E883-FF870D186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6092A-6741-A4C3-85C5-98FFE1B3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EF2B-83CA-53AF-224A-C4A44829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2557-CD8F-4478-7F87-48466295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8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8FC1-E46C-124C-E7E7-3B02D017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1A169-F214-7E8F-DA85-8F1C242DB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41393-EC83-BD2E-1F5D-DADA7D75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728AC-683D-0A00-1638-08402164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DBCF-1701-4F90-355F-D899C699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9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13AB-7F85-F89F-34B9-047A9B1F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1441-330C-1846-D838-9D6206CF8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79DD2-CAA9-F5A3-3525-240200162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EE86C-D0FD-98D8-214B-8F24E64B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9E03B-E84A-C8B9-F979-D85A6BCD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E9AC3-DCC2-C41B-A800-3EA10DCF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0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0BB8-8797-475C-7628-0A8D9646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6788F-E522-5DF8-4EB3-3EBC2B7C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0B41F-2062-87F1-A5F5-D44F578EA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249CE-AF2C-24DE-AD5A-1410F93E6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D08FF-FFEF-CA29-46FC-7EE181D35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5A124-BC77-C363-3257-17D8EEE2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454E7-EC78-D5CF-20C2-1D67A4AB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8306F-21B0-8D5E-43D1-6BBD47F0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4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0090-7D22-E197-9B11-300723FA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FF80F-8469-7991-DEE8-40D640CB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710B5-843E-E2A7-4C38-53579EED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F330A-F913-D0F1-1BD0-59B4C71E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1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E305E-0F9D-7563-EFD3-5189A8E0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57262-44C4-534B-F7C0-F5821788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738AB-1C3C-5D65-863C-F96DEFB1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AD43-8A5A-5DCF-CEFE-DA4115160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C0812-FE5E-0CF8-BF81-8404CED7B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A7A27-6334-AD5C-8803-21D927F29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9103A-8B5E-FDE2-28B4-E6A26E76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BAD7B-4792-68F7-630E-BF11E4B6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624D2-FF1A-70A2-5308-E20A2189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9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CC16-5D1D-23DB-67DB-35615E59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B9415-FD1B-1A6C-09C2-7B9367B16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07B14-2933-D437-F0DB-50A18A9CB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7C0A-5675-C6F4-ADD8-4387FA4A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7C048-FB91-8CC3-3B30-F90EDB11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D3621-2F87-2A41-0900-5269637A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73CE-B8EF-D68B-ED0B-37BC4C07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074E8-81DE-C840-512E-B76EF00CF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AE7C5-0CDA-6C1E-D849-877EB588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482A4-CC91-BFCF-F3DB-557AED09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5DEA-1E9F-E820-DC2D-44EE0423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5BF2D-6E3B-A5FC-4A86-32778BE8A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BCD17-5C86-1811-DDB0-D5CCF7189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0E91E-37DF-9EFC-6FAE-BC844C61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5C8F-03BA-1E7F-DF3F-E8FAD32A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711BA-A75A-1E19-3EC0-F8AFAE5B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4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E196C-6DB5-9B7E-D1E0-8867DD8B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A3A1B-BA12-64EA-13DF-58F037E23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92E46-4B61-5FCF-29C0-27AF7F4F9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19689-CF87-144E-8D05-80728DB218EE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F6EC-240C-75A2-46FC-904A6B184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939E1-F0F0-F0CA-11C4-B88FB08FC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B2357-BA3B-5C47-BCCE-58EA26379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1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orange dots and lines&#10;&#10;Description automatically generated">
            <a:extLst>
              <a:ext uri="{FF2B5EF4-FFF2-40B4-BE49-F238E27FC236}">
                <a16:creationId xmlns:a16="http://schemas.microsoft.com/office/drawing/2014/main" id="{16B4BA44-7A75-8625-34D9-6106B51C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6" y="1336284"/>
            <a:ext cx="5844979" cy="4252221"/>
          </a:xfrm>
          <a:prstGeom prst="rect">
            <a:avLst/>
          </a:prstGeom>
        </p:spPr>
      </p:pic>
      <p:pic>
        <p:nvPicPr>
          <p:cNvPr id="6" name="Picture 5" descr="A graph with blue dots and white text&#10;&#10;Description automatically generated">
            <a:extLst>
              <a:ext uri="{FF2B5EF4-FFF2-40B4-BE49-F238E27FC236}">
                <a16:creationId xmlns:a16="http://schemas.microsoft.com/office/drawing/2014/main" id="{81F85CE7-CCB0-1808-2BD0-C24C8F82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85" y="1336284"/>
            <a:ext cx="5705206" cy="41854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1DB850-E46F-A72F-73F9-DC76D4E700A2}"/>
              </a:ext>
            </a:extLst>
          </p:cNvPr>
          <p:cNvSpPr txBox="1"/>
          <p:nvPr/>
        </p:nvSpPr>
        <p:spPr>
          <a:xfrm>
            <a:off x="643467" y="96695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F804B-F249-BB95-09E5-645E52BE275D}"/>
              </a:ext>
            </a:extLst>
          </p:cNvPr>
          <p:cNvSpPr txBox="1"/>
          <p:nvPr/>
        </p:nvSpPr>
        <p:spPr>
          <a:xfrm>
            <a:off x="6256865" y="966952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6A927-5968-2FD3-AD09-2E920F886176}"/>
              </a:ext>
            </a:extLst>
          </p:cNvPr>
          <p:cNvSpPr txBox="1"/>
          <p:nvPr/>
        </p:nvSpPr>
        <p:spPr>
          <a:xfrm>
            <a:off x="2595044" y="5588505"/>
            <a:ext cx="129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Cohort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BE4F0-D063-58CE-CC06-D43234A06C06}"/>
              </a:ext>
            </a:extLst>
          </p:cNvPr>
          <p:cNvSpPr txBox="1"/>
          <p:nvPr/>
        </p:nvSpPr>
        <p:spPr>
          <a:xfrm>
            <a:off x="8370137" y="5521716"/>
            <a:ext cx="129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Cohort</a:t>
            </a:r>
          </a:p>
        </p:txBody>
      </p:sp>
    </p:spTree>
    <p:extLst>
      <p:ext uri="{BB962C8B-B14F-4D97-AF65-F5344CB8AC3E}">
        <p14:creationId xmlns:p14="http://schemas.microsoft.com/office/powerpoint/2010/main" val="366053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blue dots and a red line&#10;&#10;Description automatically generated">
            <a:extLst>
              <a:ext uri="{FF2B5EF4-FFF2-40B4-BE49-F238E27FC236}">
                <a16:creationId xmlns:a16="http://schemas.microsoft.com/office/drawing/2014/main" id="{314A0651-E108-849A-7BAA-D07A1825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51" y="643467"/>
            <a:ext cx="567029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5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72DB2-F653-3F9C-036D-FEB27D30C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18168"/>
            <a:ext cx="5291666" cy="4021664"/>
          </a:xfrm>
          <a:prstGeom prst="rect">
            <a:avLst/>
          </a:prstGeom>
        </p:spPr>
      </p:pic>
      <p:pic>
        <p:nvPicPr>
          <p:cNvPr id="5" name="Picture 4" descr="A green and red dotted diagram&#10;&#10;Description automatically generated">
            <a:extLst>
              <a:ext uri="{FF2B5EF4-FFF2-40B4-BE49-F238E27FC236}">
                <a16:creationId xmlns:a16="http://schemas.microsoft.com/office/drawing/2014/main" id="{D254713F-614C-DFAB-EC09-B7CD1D6C7C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-165"/>
          <a:stretch/>
        </p:blipFill>
        <p:spPr>
          <a:xfrm>
            <a:off x="6256865" y="1424781"/>
            <a:ext cx="5291667" cy="401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0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red dots&#10;&#10;Description automatically generated">
            <a:extLst>
              <a:ext uri="{FF2B5EF4-FFF2-40B4-BE49-F238E27FC236}">
                <a16:creationId xmlns:a16="http://schemas.microsoft.com/office/drawing/2014/main" id="{F0455C3C-37A3-E945-2952-11964265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8011"/>
            <a:ext cx="5291666" cy="3981977"/>
          </a:xfrm>
          <a:prstGeom prst="rect">
            <a:avLst/>
          </a:prstGeom>
        </p:spPr>
      </p:pic>
      <p:pic>
        <p:nvPicPr>
          <p:cNvPr id="7" name="Picture 6" descr="A diagram of a number of red and green dots&#10;&#10;Description automatically generated">
            <a:extLst>
              <a:ext uri="{FF2B5EF4-FFF2-40B4-BE49-F238E27FC236}">
                <a16:creationId xmlns:a16="http://schemas.microsoft.com/office/drawing/2014/main" id="{DBF8E3EF-9815-8329-7AD8-32E2D54C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38011"/>
            <a:ext cx="5291667" cy="39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5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number of red and green dots&#10;&#10;Description automatically generated">
            <a:extLst>
              <a:ext uri="{FF2B5EF4-FFF2-40B4-BE49-F238E27FC236}">
                <a16:creationId xmlns:a16="http://schemas.microsoft.com/office/drawing/2014/main" id="{C8460176-6FF5-C378-F092-0E1F01A6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1396"/>
            <a:ext cx="5291666" cy="3995208"/>
          </a:xfrm>
          <a:prstGeom prst="rect">
            <a:avLst/>
          </a:prstGeom>
        </p:spPr>
      </p:pic>
      <p:pic>
        <p:nvPicPr>
          <p:cNvPr id="5" name="Picture 4" descr="A green and red dots&#10;&#10;Description automatically generated">
            <a:extLst>
              <a:ext uri="{FF2B5EF4-FFF2-40B4-BE49-F238E27FC236}">
                <a16:creationId xmlns:a16="http://schemas.microsoft.com/office/drawing/2014/main" id="{7DEB0FB1-641D-95A9-6184-360FCCB5C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44625"/>
            <a:ext cx="5291667" cy="39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2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red dotted diagram&#10;&#10;Description automatically generated">
            <a:extLst>
              <a:ext uri="{FF2B5EF4-FFF2-40B4-BE49-F238E27FC236}">
                <a16:creationId xmlns:a16="http://schemas.microsoft.com/office/drawing/2014/main" id="{48590DBB-4922-94D2-B3CF-BB5B22B2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24782"/>
            <a:ext cx="5291666" cy="4008436"/>
          </a:xfrm>
          <a:prstGeom prst="rect">
            <a:avLst/>
          </a:prstGeom>
        </p:spPr>
      </p:pic>
      <p:pic>
        <p:nvPicPr>
          <p:cNvPr id="5" name="Picture 4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DB3E56EB-A814-4706-317B-6E85412E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31396"/>
            <a:ext cx="5291667" cy="399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0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BD97789-6A73-40A7-68E0-7417B5142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18168"/>
            <a:ext cx="5291666" cy="4021664"/>
          </a:xfrm>
          <a:prstGeom prst="rect">
            <a:avLst/>
          </a:prstGeom>
        </p:spPr>
      </p:pic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C367D9E7-3ED7-C896-5FCB-CDEEB4032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44625"/>
            <a:ext cx="5291667" cy="39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35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red dots&#10;&#10;Description automatically generated">
            <a:extLst>
              <a:ext uri="{FF2B5EF4-FFF2-40B4-BE49-F238E27FC236}">
                <a16:creationId xmlns:a16="http://schemas.microsoft.com/office/drawing/2014/main" id="{95665DB7-5BB3-4AE7-14BB-7C0522DA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1396"/>
            <a:ext cx="5291666" cy="3995208"/>
          </a:xfrm>
          <a:prstGeom prst="rect">
            <a:avLst/>
          </a:prstGeom>
        </p:spPr>
      </p:pic>
      <p:pic>
        <p:nvPicPr>
          <p:cNvPr id="5" name="Picture 4" descr="A green and orange dotted diagram&#10;&#10;Description automatically generated">
            <a:extLst>
              <a:ext uri="{FF2B5EF4-FFF2-40B4-BE49-F238E27FC236}">
                <a16:creationId xmlns:a16="http://schemas.microsoft.com/office/drawing/2014/main" id="{8002C358-98D5-A791-A2E8-920210AAB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57855"/>
            <a:ext cx="5291667" cy="394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0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number of red dots&#10;&#10;Description automatically generated">
            <a:extLst>
              <a:ext uri="{FF2B5EF4-FFF2-40B4-BE49-F238E27FC236}">
                <a16:creationId xmlns:a16="http://schemas.microsoft.com/office/drawing/2014/main" id="{DF43A0FF-0B85-B06C-2F02-20A492D9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11552"/>
            <a:ext cx="5291666" cy="4034895"/>
          </a:xfrm>
          <a:prstGeom prst="rect">
            <a:avLst/>
          </a:prstGeom>
        </p:spPr>
      </p:pic>
      <p:pic>
        <p:nvPicPr>
          <p:cNvPr id="5" name="Picture 4" descr="A graph showing a number of red and green dots&#10;&#10;Description automatically generated">
            <a:extLst>
              <a:ext uri="{FF2B5EF4-FFF2-40B4-BE49-F238E27FC236}">
                <a16:creationId xmlns:a16="http://schemas.microsoft.com/office/drawing/2014/main" id="{C9363FF6-27C5-7B3A-68EF-6D630885E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51239"/>
            <a:ext cx="5291667" cy="39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6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number of red and green dots&#10;&#10;Description automatically generated">
            <a:extLst>
              <a:ext uri="{FF2B5EF4-FFF2-40B4-BE49-F238E27FC236}">
                <a16:creationId xmlns:a16="http://schemas.microsoft.com/office/drawing/2014/main" id="{35906450-A25E-D075-4BAF-99DF0200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8011"/>
            <a:ext cx="5291666" cy="3981977"/>
          </a:xfrm>
          <a:prstGeom prst="rect">
            <a:avLst/>
          </a:prstGeom>
        </p:spPr>
      </p:pic>
      <p:pic>
        <p:nvPicPr>
          <p:cNvPr id="5" name="Picture 4" descr="A graph showing a green and red dot&#10;&#10;Description automatically generated with medium confidence">
            <a:extLst>
              <a:ext uri="{FF2B5EF4-FFF2-40B4-BE49-F238E27FC236}">
                <a16:creationId xmlns:a16="http://schemas.microsoft.com/office/drawing/2014/main" id="{C0810B21-94B6-7076-3E9C-6FC3742D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38011"/>
            <a:ext cx="5291667" cy="39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0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D2FA3625-4EFE-D414-CB9C-3DFC4986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24782"/>
            <a:ext cx="5291666" cy="4008436"/>
          </a:xfrm>
          <a:prstGeom prst="rect">
            <a:avLst/>
          </a:prstGeom>
        </p:spPr>
      </p:pic>
      <p:pic>
        <p:nvPicPr>
          <p:cNvPr id="3" name="Picture 2" descr="A green and red dotted diagram&#10;&#10;Description automatically generated">
            <a:extLst>
              <a:ext uri="{FF2B5EF4-FFF2-40B4-BE49-F238E27FC236}">
                <a16:creationId xmlns:a16="http://schemas.microsoft.com/office/drawing/2014/main" id="{160DAE01-5E37-C002-5257-12115B252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51239"/>
            <a:ext cx="5291667" cy="39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52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ed and green dot&#10;&#10;Description automatically generated with medium confidence">
            <a:extLst>
              <a:ext uri="{FF2B5EF4-FFF2-40B4-BE49-F238E27FC236}">
                <a16:creationId xmlns:a16="http://schemas.microsoft.com/office/drawing/2014/main" id="{F2C1E22B-3A48-B4F4-5DEA-A0A0F49C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77699"/>
            <a:ext cx="5291666" cy="3902602"/>
          </a:xfrm>
          <a:prstGeom prst="rect">
            <a:avLst/>
          </a:prstGeom>
        </p:spPr>
      </p:pic>
      <p:pic>
        <p:nvPicPr>
          <p:cNvPr id="3" name="Picture 2" descr="A diagram of a red and green dot&#10;&#10;Description automatically generated">
            <a:extLst>
              <a:ext uri="{FF2B5EF4-FFF2-40B4-BE49-F238E27FC236}">
                <a16:creationId xmlns:a16="http://schemas.microsoft.com/office/drawing/2014/main" id="{ED0EA84B-906E-24CB-5C11-E24360005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84313"/>
            <a:ext cx="5291667" cy="38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een and red dot&#10;&#10;Description automatically generated with medium confidence">
            <a:extLst>
              <a:ext uri="{FF2B5EF4-FFF2-40B4-BE49-F238E27FC236}">
                <a16:creationId xmlns:a16="http://schemas.microsoft.com/office/drawing/2014/main" id="{1D16B771-A4EA-ACAB-73DA-15D3C6E8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44626"/>
            <a:ext cx="5291666" cy="3968748"/>
          </a:xfrm>
          <a:prstGeom prst="rect">
            <a:avLst/>
          </a:prstGeom>
        </p:spPr>
      </p:pic>
      <p:pic>
        <p:nvPicPr>
          <p:cNvPr id="3" name="Picture 2" descr="A green and red dots&#10;&#10;Description automatically generated">
            <a:extLst>
              <a:ext uri="{FF2B5EF4-FFF2-40B4-BE49-F238E27FC236}">
                <a16:creationId xmlns:a16="http://schemas.microsoft.com/office/drawing/2014/main" id="{CCB68DBE-D966-5EC3-9B85-FE3D5B633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451239"/>
            <a:ext cx="5291667" cy="395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6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</Words>
  <Application>Microsoft Macintosh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Pranav Divvela</dc:creator>
  <cp:lastModifiedBy>Pranav Divvela</cp:lastModifiedBy>
  <cp:revision>1</cp:revision>
  <dcterms:created xsi:type="dcterms:W3CDTF">2026-03-09T21:15:24Z</dcterms:created>
  <dcterms:modified xsi:type="dcterms:W3CDTF">2026-03-09T22:50:54Z</dcterms:modified>
</cp:coreProperties>
</file>